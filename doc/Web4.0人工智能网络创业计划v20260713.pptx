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60" r:id="rId5"/>
    <p:sldId id="261" r:id="rId6"/>
    <p:sldId id="265" r:id="rId7"/>
    <p:sldId id="274" r:id="rId8"/>
    <p:sldId id="259" r:id="rId9"/>
    <p:sldId id="262" r:id="rId10"/>
    <p:sldId id="263" r:id="rId11"/>
    <p:sldId id="264" r:id="rId12"/>
    <p:sldId id="266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6FD"/>
    <a:srgbClr val="092076"/>
    <a:srgbClr val="0B0E38"/>
    <a:srgbClr val="FAFBFE"/>
    <a:srgbClr val="F4F9FD"/>
    <a:srgbClr val="F6F9FE"/>
    <a:srgbClr val="011D5D"/>
    <a:srgbClr val="021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8" y="1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2FF251-7F02-CFAD-0F37-CD3A0AE45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89C44D4-4CB5-CFA8-680C-B2F014024A64}"/>
              </a:ext>
            </a:extLst>
          </p:cNvPr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7B5C26B-1F3B-E473-33EB-0117ED2C9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F632FBC-025B-D819-B297-D9CB373E80DF}"/>
                </a:ext>
              </a:extLst>
            </p:cNvPr>
            <p:cNvSpPr txBox="1"/>
            <p:nvPr/>
          </p:nvSpPr>
          <p:spPr>
            <a:xfrm>
              <a:off x="9162940" y="237609"/>
              <a:ext cx="996033" cy="553998"/>
            </a:xfrm>
            <a:prstGeom prst="rect">
              <a:avLst/>
            </a:prstGeom>
            <a:solidFill>
              <a:srgbClr val="EEF6FD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zh-CN" altLang="en-US" sz="3500" b="1">
                  <a:solidFill>
                    <a:srgbClr val="092076"/>
                  </a:solidFill>
                </a:rPr>
                <a:t>转变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A032499-34BE-C8B2-5B82-4808E8DE1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B639F3-5343-0431-89D8-19DEBCEEB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C3A8A0F-735C-EAE5-2695-4D24A6C11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EE66AB5-DE3F-F5BF-238D-19B8F205AFD8}"/>
              </a:ext>
            </a:extLst>
          </p:cNvPr>
          <p:cNvGrpSpPr/>
          <p:nvPr/>
        </p:nvGrpSpPr>
        <p:grpSpPr>
          <a:xfrm>
            <a:off x="6478" y="0"/>
            <a:ext cx="12185522" cy="6858000"/>
            <a:chOff x="6478" y="-74645"/>
            <a:chExt cx="12185522" cy="6858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" y="-74645"/>
              <a:ext cx="12185522" cy="685800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A9BF47F-51F3-63DD-4E59-4010FDB58FD7}"/>
                </a:ext>
              </a:extLst>
            </p:cNvPr>
            <p:cNvSpPr txBox="1"/>
            <p:nvPr/>
          </p:nvSpPr>
          <p:spPr>
            <a:xfrm>
              <a:off x="954217" y="2838339"/>
              <a:ext cx="395424" cy="288147"/>
            </a:xfrm>
            <a:prstGeom prst="rect">
              <a:avLst/>
            </a:prstGeom>
            <a:solidFill>
              <a:srgbClr val="FAFBFE"/>
            </a:solidFill>
          </p:spPr>
          <p:txBody>
            <a:bodyPr wrap="none" lIns="36000" tIns="36000" rIns="0" bIns="36000" rtlCol="0">
              <a:spAutoFit/>
            </a:bodyPr>
            <a:lstStyle/>
            <a:p>
              <a:r>
                <a:rPr lang="zh-CN" altLang="en-US" sz="1400" b="1">
                  <a:solidFill>
                    <a:srgbClr val="0B0E38"/>
                  </a:solidFill>
                </a:rPr>
                <a:t>创建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74D5-A98F-31B3-21D8-216A3317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3731E2-00C9-08F0-A1BF-6CCC5A227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8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175" y="0"/>
            <a:ext cx="12185015" cy="6858000"/>
            <a:chOff x="3175" y="0"/>
            <a:chExt cx="12185015" cy="6858000"/>
          </a:xfrm>
        </p:grpSpPr>
        <p:pic>
          <p:nvPicPr>
            <p:cNvPr id="3" name="图片 2" descr="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5" y="0"/>
              <a:ext cx="12185015" cy="6858000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778126" y="941057"/>
              <a:ext cx="3802451" cy="307777"/>
            </a:xfrm>
            <a:prstGeom prst="rect">
              <a:avLst/>
            </a:prstGeom>
            <a:gradFill>
              <a:gsLst>
                <a:gs pos="0">
                  <a:srgbClr val="F6F9FE"/>
                </a:gs>
                <a:gs pos="100000">
                  <a:srgbClr val="F4F9FD"/>
                </a:gs>
              </a:gsLst>
              <a:lin ang="0" scaled="0"/>
            </a:gradFill>
          </p:spPr>
          <p:txBody>
            <a:bodyPr wrap="none" rtlCol="0">
              <a:spAutoFit/>
            </a:bodyPr>
            <a:lstStyle/>
            <a:p>
              <a:r>
                <a:rPr lang="zh-CN" altLang="zh-CN" sz="1400">
                  <a:solidFill>
                    <a:srgbClr val="011D5D"/>
                  </a:solidFill>
                </a:rPr>
                <a:t>适合普通创业者低门槛</a:t>
              </a:r>
              <a:r>
                <a:rPr lang="zh-CN" altLang="en-US" sz="1400">
                  <a:solidFill>
                    <a:srgbClr val="011D5D"/>
                  </a:solidFill>
                </a:rPr>
                <a:t>启动自己的</a:t>
              </a:r>
              <a:r>
                <a:rPr lang="en-US" altLang="zh-CN" sz="1400">
                  <a:solidFill>
                    <a:srgbClr val="011D5D"/>
                  </a:solidFill>
                </a:rPr>
                <a:t>Web4.0</a:t>
              </a:r>
              <a:r>
                <a:rPr lang="zh-CN" altLang="en-US" sz="1400">
                  <a:solidFill>
                    <a:srgbClr val="011D5D"/>
                  </a:solidFill>
                </a:rPr>
                <a:t>网络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BC592CB-EF03-0524-EFA7-E80625F3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2A2678-1843-617C-7524-A79CF53E1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716" y="4179461"/>
            <a:ext cx="1973928" cy="1973928"/>
          </a:xfrm>
          <a:prstGeom prst="roundRect">
            <a:avLst>
              <a:gd name="adj" fmla="val 7273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12</Words>
  <Application>Microsoft Office PowerPoint</Application>
  <PresentationFormat>宽屏</PresentationFormat>
  <Paragraphs>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 cheng</dc:creator>
  <cp:lastModifiedBy>hui cheng</cp:lastModifiedBy>
  <cp:revision>60</cp:revision>
  <dcterms:created xsi:type="dcterms:W3CDTF">2023-08-09T12:44:00Z</dcterms:created>
  <dcterms:modified xsi:type="dcterms:W3CDTF">2026-07-13T09:01:10Z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218AB4CC58354CF79952746E3AA68803_12</vt:lpwstr>
  </property>
</Properties>
</file>